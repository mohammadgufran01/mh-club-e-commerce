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FULL-STACK E-COMMERCE &amp; LAST-MILE LOGISTICS PLATFORM</a:t>
            </a:r>
          </a:p>
          <a:p>
            <a:pPr>
              <a:spcBef>
                <a:spcPts val="800"/>
              </a:spcBef>
              <a:defRPr sz="4400" b="1">
                <a:solidFill>
                  <a:srgbClr val="0F172A"/>
                </a:solidFill>
              </a:defRPr>
            </a:pPr>
            <a:r>
              <a:t>MH CLUB</a:t>
            </a:r>
          </a:p>
          <a:p>
            <a:pPr>
              <a:spcBef>
                <a:spcPts val="600"/>
              </a:spcBef>
              <a:defRPr sz="1600">
                <a:solidFill>
                  <a:srgbClr val="475569"/>
                </a:solidFill>
              </a:defRPr>
            </a:pPr>
            <a:r>
              <a:t>A Complete Retail Ecosystem: Multi-Variant Inventory, Razorpay Payments &amp; OTP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114800"/>
            <a:ext cx="233172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4279392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3A8A"/>
                </a:solidFill>
              </a:defRPr>
            </a:pPr>
            <a:r>
              <a:t>Python &amp; Django 5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</a:defRPr>
            </a:pPr>
            <a:r>
              <a:t>MVC Backend &amp; REST APIs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4114800"/>
            <a:ext cx="233172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4279392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59669"/>
                </a:solidFill>
              </a:defRPr>
            </a:pPr>
            <a:r>
              <a:t>Razorpay + COD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</a:defRPr>
            </a:pPr>
            <a:r>
              <a:t>Dual Payment &amp; Instant Refund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114800"/>
            <a:ext cx="233172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4279392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D97706"/>
                </a:solidFill>
              </a:defRPr>
            </a:pPr>
            <a:r>
              <a:t>OTP Delivery Proof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</a:defRPr>
            </a:pPr>
            <a:r>
              <a:t>Zero Dispute Fulfillment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4114800"/>
            <a:ext cx="233172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4279392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4F46E5"/>
                </a:solidFill>
              </a:defRPr>
            </a:pPr>
            <a:r>
              <a:t>Unfold Intelligence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</a:defRPr>
            </a:pPr>
            <a:r>
              <a:t>Real-Time KPI Command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Project Presentation  |  Stack: Python · Django · Razorpay · ReportLab · ApexCharts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PLATFORM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Mission &amp; Core 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89888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73152" cy="21945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Customer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8600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Fuzzy live search with sub-50ms instant suggestions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Interactive multi-size variant picker with stock badges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Persistent shopping cart with saved delivery addresses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Transparent visual order timeline with 5-day returns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691640"/>
            <a:ext cx="73152" cy="21945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Logistics &amp; Fulfillment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8600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Role-isolated portal for delivery fleet drivers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Dynamic 6-digit OTP verification at customer doorstep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5-minute strict expiration timer preventing fraud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Real-time driver performance and cash tracking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605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160520"/>
            <a:ext cx="73152" cy="21945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3434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Financial &amp; Billing 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5488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Razorpay Online Payments + Cash on Delivery support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Cryptographic HMAC-SHA256 signature verification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Automated 1-click gateway refunds via Razorpay API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Dynamic ReportLab A4 PDF tax invoice generation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1605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4160520"/>
            <a:ext cx="73152" cy="21945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3434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Executive Intelligence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75488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Django Unfold Control Center with animated KPI metrics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Interactive ApexCharts 7-day and 30-day sales trends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Proactive low-stock (≤ 5) and out-of-stock monitoring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Centralized Global Exception handling for 400/403/404/500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PROBLEM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Industry Bottlenecks vs. The MH Club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89888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73152" cy="457200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Conventional E-Commerce Pain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860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Courier Delivery Fraud: Fake 'customer unavailable' claims cause 8-12% dispute losses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Multi-Size Inventory Race Conditions: Overselling identical sizes during flash traffic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Manual Refund Latency: Tracing bank reconciliations manually takes 7-14 days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Disconnected Delivery Fleets: Couriers lack dedicated portals and OTP verification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Admin Blindspots: Generic backends lack real-time charts and stock auditing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691640"/>
            <a:ext cx="73152" cy="45720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The MH Club Architectural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860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Cryptographic OTP Delivery: 100% verified fulfillment via 6-digit email token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Atomic Database Locking: transaction.atomic() prevents size overselling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Automated 1-Click Refunds: Instant API refund dispatch directly from Admin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Dedicated Courier Dashboard: Mobile-first manifest with OTP input &amp; cash logs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Unfold Command Suite: Live KPI counters, ApexCharts trends, and auto-invoices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Full-Stack Technology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89888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73152" cy="45720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Backend &amp;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8600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Python 3.x Environment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Django 5.2.6 MVC Framework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Django REST Framework APIs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WhiteNoise 6.8.2 Static Caching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Gunicorn Multi-Worker WSGI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ACID Relational Database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9164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691640"/>
            <a:ext cx="73152" cy="45720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745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Frontend &amp; Visuals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8600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Custom Vanilla CSS System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Bootstrap 5.3 Framework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AOS Scroll Animation Library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ApexCharts Data Visualizations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Inter &amp; Jakarta Typography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Mobile-First Responsive Layouts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9164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691640"/>
            <a:ext cx="73152" cy="45720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8745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Integrations &amp;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28600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Razorpay Payment Gateway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HMAC-SHA256 Cryptography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ReportLab 4.4.7 PDF Engine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Multi-Threaded Async SMTP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Django Unfold Suite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Global Exception Middleware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USER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Role-Based Access Control &amp; User Journeys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89888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73152" cy="45720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End Shopper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8600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Live instant search suggestions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Multi-size variant stock picker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Persistent cart with address memory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Razorpay online or Cash on Delivery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Live status timeline &amp; 5-day return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9164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691640"/>
            <a:ext cx="73152" cy="4572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745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Delivery Fleet Partner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8600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Dedicated route-isolated portal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Active customer delivery manifest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Doorstep 6-digit OTP trigger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OTP validation &amp; auto-invoicing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Daily cash collection metrics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9164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691640"/>
            <a:ext cx="73152" cy="45720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8745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Store Admin &amp; 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28600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Unfold statistical command center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Real-time gross revenue &amp; order funnel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Multi-image &amp; size variant editor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1-click gateway refund execution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Customer inquiries CRM manager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INVENTORY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Multi-Variant Catalog &amp; Stock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89888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73152" cy="45720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Relational Data Modeling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860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Hierarchical Schema: Category → Subcategory → Product → ProductVariant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Size Variant Model: Independent stock quantities per size (S, M, L, XL, XXL)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Automated Discount Engine: Model save() hook calculates exact discount % from MRP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Multi-Image Galleries: ProductImage relations for multi-angle visual showcase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Dynamic Star Ratings: In-model validation enforcing 1 to 5 star ratings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691640"/>
            <a:ext cx="73152" cy="45720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Stock Safety &amp; Concurrency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860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Database Atomic Transactions: Checkout locked inside transaction.atomic()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Zero Overselling: Real-time stock validation prevents race conditions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Auto Stock Restocking: Cancelled and returned items return to variant stock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Proactive Low-Stock Badging: Dashboard alerts for stock ≤ 5 and stock = 0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Optimized Querying: select_related &amp; prefetch_related reduce DB queries by 75%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FINANCIAL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Dual Payment Engine &amp; 1-Click Gateway Refunds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89888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73152" cy="45720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Payment Checkout &amp;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860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Dual Mode Support: Razorpay (UPI, Cards, NetBanking) + Cash on Delivery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Server-Side Order Sync: Synchronizes Django Order ID with Razorpay Order ID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HMAC-SHA256 Verification: Cryptographic verification of payment signature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Tamper Defense: Failed signatures automatically flag order as 'Failed'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Order State Pipeline: Real-time status transitions (Pending → Paid → Dispatched)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691640"/>
            <a:ext cx="73152" cy="45720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Automated 1-Click Gateway Refunds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860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CancelledPaidOrder Model: Dedicated admin queue for refundable orders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Direct Razorpay Refund API: Integrated refund_payment() dispatches refunds in seconds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Optimum Speed Dispatch: Sent with speed: 'optimum' for rapid bank reversal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Audit Trail Logging: Records refund_id and updates timeline automatically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Zero Manual Errors: Eliminates manual bank tracing and administrative delays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LOGISTICS &amp; FULFILLMENT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OTP-Verified Proof-of-Delivery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89888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25146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2514600" cy="731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20"/>
            <a:ext cx="2240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Dispatch Assignment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Admin assigns order to a delivery boy. Customer profile transitions to 'Out for Delivery'.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691640"/>
            <a:ext cx="25146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0440" y="1691640"/>
            <a:ext cx="2514600" cy="731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874520"/>
            <a:ext cx="2240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Doorstep OTP Trigger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Agent arrives at customer doorstep and clicks 'Generate OTP' on mobile portal.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91640"/>
            <a:ext cx="25146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691640"/>
            <a:ext cx="2514600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874520"/>
            <a:ext cx="2240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3. 5-Min Expiry Email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Customer receives styled HTML email with 6-digit code and total payable amount.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691640"/>
            <a:ext cx="25146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15400" y="1691640"/>
            <a:ext cx="2514600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874520"/>
            <a:ext cx="2240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4. Verification &amp; Invoice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Agent enters OTP. System validates token, marks order Delivered, and auto-sends PDF invoice.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892040"/>
            <a:ext cx="32918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834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97706"/>
                </a:solidFill>
              </a:defRPr>
            </a:pPr>
            <a:r>
              <a:t>5 Minutes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Strict OTP Expiry Window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4892040"/>
            <a:ext cx="32918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9834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9669"/>
                </a:solidFill>
              </a:defRPr>
            </a:pPr>
            <a:r>
              <a:t>0% Disputes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Dispute-Free Fulfillment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892040"/>
            <a:ext cx="32918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49834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Auto Invoice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Dynamic ReportLab PDF Dispatch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BILLING &amp;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Automated PDF Invoicing &amp; Async Email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89888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73152" cy="45720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ReportLab 4.4.7 Invoice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860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Dynamic A4 Vector Compilation: SimpleDocTemplate &amp; Table flowables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Executive Brand Layout: MH Club canvas logo header and dark status bar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Itemized Line Items: Product Name, Size, Qty, MRP, Discount, and Total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Two-Column Details: Aligned billing &amp; shipping address grids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In-Memory BytesIO Buffer: Zero disk I/O bottleneck, attached directly to email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691640"/>
            <a:ext cx="73152" cy="45720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Multi-Threaded Async Email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860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Non-Blocking Architecture: send_email_async executed via threading.Thread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Account Activation: Secure Base64 UID + SHA-256 verification token links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Password Reset Protocol: Single-use PasswordResetTokenGenerator links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Delivery OTP Alerts: Styled HTML emails with bold 6-digit OTP boxes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Delivery Confirmation: Instant receipt with auto-attached PDF tax invoice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PLATFORM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Enterprise Security &amp; Global Exception Handling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89888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73152" cy="457200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Global Exception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860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Centralized Fault Interception: Intercepts 400, 403, 404, and unhandled 500s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Luxury User Fallback: Renders clean custom error pages, hiding debug traces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Dual Mode API Output: Automatically returns clean JSON for AJAX / API calls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Static File Passthrough: Optimized passthrough for /static/ and /media/ routes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Catch-All Route: Fallback ensures broken URLs never expose framework errors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691640"/>
            <a:ext cx="73152" cy="45720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Role-Based Security &amp; Protection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860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DeliveryBoyRedirectMiddleware: Confines drivers strictly to delivery manifests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AuthUserRedirectMiddleware: Prevents logged-in users from duplicate auth forms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Cryptographic Tokens: Base64 + SHA-256 tokens for activation and password resets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CSRF &amp; Webhook Defense: Django CSRF tokens + HMAC webhook verification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Password Complexity Suite: Multi-validator security enforcing strong credentials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REVERSE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5-Day Return Engine &amp; Doorstep Pickup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89888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73152" cy="4572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Dynamic 5-Day Return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860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Timestamp Arithmetic: Return button enabled strictly for delivered_at + 5 days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Server Policy Enforcement: Backend rejects requests once the 5-day window closes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1-Click Customer Request: Initiated directly from profile order activity dashboard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Instant Fleet Dispatch: Order flagged is_returned=True and routed to driver manifest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Live Timeline Tracking: Customer profile updates to 'Return requested — assigned'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691640"/>
            <a:ext cx="73152" cy="45720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Doorstep Pickup &amp; Stock Restoral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860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Dedicated Returns Dashboard: Specialized portal (/delivery/return/) for pickups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1-Tap Pickup Confirmation: Delivery agent confirms pickup at doorstep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Automated Customer Notification: Instant email confirming successful pickup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Automatic Stock Restoration: Size variant inventory is restored automatically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1-Click Refund Trigger: Admin queues order for automated Razorpay/COD refund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IMPACT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Business Outcomes &amp; Future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89888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73152" cy="45720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Measurable Business Value Delivered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860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0% Delivery Disputes: Dynamic OTP eliminates claims of missing deliveries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100% Stock Accuracy: Atomic database locking prevents duplicate orders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90% Faster Refunds: 1-click Razorpay refund cuts turnaround to &lt; 10 seconds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100% Paperless Operations: Automated PDF invoice generation saves admin cost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High Customer Trust: Transparent timeline tracking and reliable 5-day returns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691640"/>
            <a:ext cx="73152" cy="45720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Future Enhancement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860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AI-Powered Outfit Recommendations: Machine learning personalized styling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WhatsApp Cloud API Integration: Order alerts, OTPs, and tracking via WhatsApp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Multi-Warehouse Routing: Geolocation routing to fulfill from nearest hub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Progressive Web App (PWA): Offline browsing and fast mobile installation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 24/7 AI Chatbot Assistant: Automated sizing advice and order query resolution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